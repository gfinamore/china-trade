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110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7ED6-407C-AB8C-C3BD-03D17BA8F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28D09-E06F-42BF-A6C8-31558D1C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F7EA0-4597-DE60-BD7E-67435658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B7838-84E2-0276-5DAD-8D1EC5C8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B7F58-C131-EE2B-0440-2B90CF99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735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790E-FB50-DBFD-2F05-6B132B137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ECCBC-695E-2D11-9550-3E45E5CD1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7A3B-8482-DFD3-A257-8C7675BA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2D578-401A-E0E7-3B56-2F1274DF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9AF88-CB12-B2EB-8FA0-6B73B380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6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8F97-CBC9-AD1C-857E-26386B1AE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17635-0BAA-01C0-C9FD-D09DD89E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EE533-B157-FBF6-2B77-A48BCA6B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5A49A-1C9C-2BC2-4B5C-590B64C5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2BF3A-77BE-5999-13F4-6304818A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87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4F2F-E47A-F39F-FD30-416EE247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1AF30-9CFD-72C7-36CC-71845F888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2FA11-CD5C-A412-CE6D-A1ECE8A4C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952C2-91B2-5433-8127-FD293FE2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44D64-3D48-BFD3-5E0B-42374422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4B6C0-E0FA-A9A8-E816-6E7267BC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34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470F-E977-F6DE-76F5-76A05DCA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EAA71-47E5-CB07-E476-0F2C7E121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C3682-94BC-57C3-C6EA-7AAC380B1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D8E72-4817-78E1-25D3-CF0B74290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1DB06-2FD5-78D1-03D2-A904BAAB8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5448C-A950-DD2C-7B9F-19E74A66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BD7A69-A36F-8231-7690-1C13AE18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EE4F1-74E7-6F85-B0EE-668C9D34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7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7B2E-E287-32A0-C6F3-821D7E7F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25B9-5D29-D49F-9504-21515727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019B2-9FD1-7D4C-CCF8-2C1CFFFE0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1E93D-C541-0CF8-BAFE-FB079E25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9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9D130-B6F9-7642-2912-9DE2CEB4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26625-25D2-D0D5-7DAE-EAC1B5C3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0150F-AA07-1CB3-1E3E-42F9E97C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12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0816-092F-790F-F609-EEF34047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B3EDA-C7A9-AAE0-EF4D-E08D852C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F875-CC22-92B7-A7A0-8548BA333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39DB7-E95A-3B95-E7AA-A2BB63A0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C024-0E9B-FCDF-C6E0-1EA4963F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F8317-92E8-B28F-638F-D4FD617D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74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4D80-4895-0B18-2067-3FAF5DC9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C99DE-6B66-F8E5-0DF3-52D79437F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B1313-1AE4-1CB5-FFE8-0378ACC0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DE1DE-4C94-FB45-5A07-E2C92322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3BA6E-F3CD-C858-9AE2-DE45E471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D8B8B-B4DC-2C24-7952-11772F5D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18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2C8D-DCF9-9742-E19A-EE02728A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9155F-F34D-50F0-0228-807ED6FB2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CCE27-1E6B-1BB7-E798-E8753481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50E25-292F-2585-AE01-7D5390C8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ABB31-00BA-8BAD-230E-3D6DD8552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57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641D2D-1EAE-3B7A-5FD3-EDFBDA63D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EED29-51C8-A565-F0A6-DED62D6DB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96E97-6F01-B49F-3FBF-6405269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BB85B-9E74-98FE-16AB-D0D7190B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37A1D-1612-FE2A-F659-8BA23544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65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00D7C-A1CA-1792-1800-8C3B30BF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F3F9B-E65D-E0F7-C99A-0CBB86B61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2FAF-0872-34A6-6C83-67820AC60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4EBB1-85D9-4C9F-8E17-3A8CD4BF6BE5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53A6A-BD9F-4818-F861-0CDCCF31B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B320E-C0C8-AC3F-6DE6-F3555E577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952D6-2B03-400F-8513-B9B5869FD31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86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city skyline with lights and a body of water&#10;&#10;Description automatically generated">
            <a:extLst>
              <a:ext uri="{FF2B5EF4-FFF2-40B4-BE49-F238E27FC236}">
                <a16:creationId xmlns:a16="http://schemas.microsoft.com/office/drawing/2014/main" id="{E91C158C-535D-448C-17C5-A577C07E9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" t="9091" r="20695"/>
          <a:stretch>
            <a:fillRect/>
          </a:stretch>
        </p:blipFill>
        <p:spPr bwMode="auto">
          <a:xfrm>
            <a:off x="3523488" y="13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7709D-858A-B349-0022-F5D50D710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838299" cy="3204134"/>
          </a:xfrm>
        </p:spPr>
        <p:txBody>
          <a:bodyPr anchor="ctr">
            <a:normAutofit/>
          </a:bodyPr>
          <a:lstStyle/>
          <a:p>
            <a:pPr algn="l"/>
            <a:r>
              <a:rPr lang="pt-BR" sz="4000" dirty="0" err="1">
                <a:solidFill>
                  <a:schemeClr val="bg1"/>
                </a:solidFill>
                <a:latin typeface="Bahnschrift" panose="020B0502040204020203" pitchFamily="34" charset="0"/>
              </a:rPr>
              <a:t>Analysis</a:t>
            </a:r>
            <a:r>
              <a:rPr lang="pt-BR" sz="4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pt-BR" sz="4000" dirty="0" err="1">
                <a:solidFill>
                  <a:schemeClr val="bg1"/>
                </a:solidFill>
                <a:latin typeface="Bahnschrift" panose="020B0502040204020203" pitchFamily="34" charset="0"/>
              </a:rPr>
              <a:t>on</a:t>
            </a:r>
            <a:r>
              <a:rPr lang="pt-BR" sz="4000" dirty="0">
                <a:solidFill>
                  <a:schemeClr val="bg1"/>
                </a:solidFill>
                <a:latin typeface="Bahnschrift" panose="020B0502040204020203" pitchFamily="34" charset="0"/>
              </a:rPr>
              <a:t> Chinas </a:t>
            </a:r>
            <a:r>
              <a:rPr lang="pt-BR" sz="40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International</a:t>
            </a:r>
            <a:r>
              <a:rPr lang="pt-BR" sz="4000" dirty="0">
                <a:solidFill>
                  <a:schemeClr val="bg1"/>
                </a:solidFill>
                <a:latin typeface="Bahnschrift" panose="020B0502040204020203" pitchFamily="34" charset="0"/>
              </a:rPr>
              <a:t> Trade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25AB4-4CB7-B2C4-A570-2B06D8ECD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687738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2000" dirty="0">
                <a:solidFill>
                  <a:schemeClr val="bg1"/>
                </a:solidFill>
                <a:latin typeface="Bahnschrift" panose="020B0502040204020203" pitchFamily="34" charset="0"/>
              </a:rPr>
              <a:t>Ana Beatriz Santos :</a:t>
            </a:r>
          </a:p>
          <a:p>
            <a:pPr algn="l"/>
            <a:r>
              <a:rPr lang="pt-BR" sz="2000" dirty="0">
                <a:solidFill>
                  <a:schemeClr val="bg1"/>
                </a:solidFill>
                <a:latin typeface="Bahnschrift" panose="020B0502040204020203" pitchFamily="34" charset="0"/>
              </a:rPr>
              <a:t>Gabriel Finamore :</a:t>
            </a:r>
          </a:p>
          <a:p>
            <a:pPr algn="l"/>
            <a:r>
              <a:rPr lang="pt-BR" sz="2000" dirty="0">
                <a:solidFill>
                  <a:schemeClr val="bg1"/>
                </a:solidFill>
                <a:latin typeface="Bahnschrift" panose="020B0502040204020203" pitchFamily="34" charset="0"/>
              </a:rPr>
              <a:t>Lucas :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65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C9C4-D491-A2DB-1C55-3DE163B0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Evolution </a:t>
            </a:r>
            <a:r>
              <a:rPr lang="pt-BR" dirty="0" err="1"/>
              <a:t>of</a:t>
            </a:r>
            <a:r>
              <a:rPr lang="pt-BR" dirty="0"/>
              <a:t>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D2C2-0E33-1B3E-AE99-BB14D6C72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085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</vt:lpstr>
      <vt:lpstr>Calibri</vt:lpstr>
      <vt:lpstr>Calibri Light</vt:lpstr>
      <vt:lpstr>Office Theme</vt:lpstr>
      <vt:lpstr>Analysis on Chinas International Trade</vt:lpstr>
      <vt:lpstr>Evolution of Trade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on Chinas International Trade</dc:title>
  <dc:creator>Gabriel Finamore</dc:creator>
  <cp:lastModifiedBy>Gabriel Finamore</cp:lastModifiedBy>
  <cp:revision>1</cp:revision>
  <dcterms:created xsi:type="dcterms:W3CDTF">2026-05-07T01:31:23Z</dcterms:created>
  <dcterms:modified xsi:type="dcterms:W3CDTF">2026-05-07T01:40:07Z</dcterms:modified>
</cp:coreProperties>
</file>